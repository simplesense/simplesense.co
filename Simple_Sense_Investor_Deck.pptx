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1782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9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583680" cy="65836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35440" y="-1005840"/>
            <a:ext cx="4572000" cy="457200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58400" y="-182880"/>
            <a:ext cx="2926080" cy="292608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5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881360" y="86868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2995" y="1150315"/>
            <a:ext cx="716890" cy="7168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8686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87552" y="841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operator for your store.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566928" y="3639312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dashboard. </a:t>
            </a:r>
            <a:r>
              <a:rPr lang="en-US" sz="18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your whole store and tells you the few moves to make this week — and why.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Overview – </a:t>
            </a:r>
            <a:r>
              <a:rPr lang="en-US" sz="1300" b="1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____________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53912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   ·   SimpleSense.co   ·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IDEA, IN PLAIN WORDS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Imagine a wise shopkeeper who has run 500 stores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sitting right next to you, every Monday.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6289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0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802465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make a giant pile of numbers every day.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Orders, visitors, ads, emails, returns. Way too much to read. Most owners open it, squint, and close 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460" y="26289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78937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the whole pile for you.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17720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looks at years of your real data the way a sharp operator would — and finds the patterns hiding inside.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19872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394192" y="242316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932" y="26289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81944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9355409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tells you the few things to do — and why.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394192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these 3 things this week. Here's the reason, and here's roughly how much money it should add.”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66928" y="48006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841248" y="4992624"/>
            <a:ext cx="566928" cy="56692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11" y="5128687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882896"/>
            <a:ext cx="9729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line:  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turn a store's data into a short, ranked to-do list that makes the owner money — the judgment of a seasoned CEO, at software price.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aren't missing data. They're drowning in it.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Monday morning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Shopify, GA4, Meta and Google each tell a different story. Meta claims sales Shopify calls “direct.”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sits at 1.2%… or 0.3% after a product went semi-viral — and no one knows why.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is a guess: the tools don't know ad spend, returns, or true landed cost.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hours of CSV exports and pivot tables later — still no idea what to change this week.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37960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556248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week reconciling numbers instead of running the business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71432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62872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0.3%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9281160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conversion rate merchants report even after going viral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56432"/>
            <a:ext cx="5175504" cy="1371600"/>
          </a:xfrm>
          <a:prstGeom prst="roundRect">
            <a:avLst>
              <a:gd name="adj" fmla="val 533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4564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7315200" y="3611880"/>
            <a:ext cx="403250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 I the only one who opens Shopify Analytics every Monday and has no idea what to do with it?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0" y="457200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recurring theme across r/shopify &amp; r/ecommerce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4983480"/>
            <a:ext cx="5175504" cy="1143000"/>
          </a:xfrm>
          <a:prstGeom prst="roundRect">
            <a:avLst>
              <a:gd name="adj" fmla="val 64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02552" y="517550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4" y="5317236"/>
            <a:ext cx="283464" cy="28346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5074920"/>
            <a:ext cx="3895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part isn't seeing the data — it's connecting the dots and deciding what to change. </a:t>
            </a: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every tool leaves that to the owner.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VALIDATION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 already asking for exactly this.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voice from merchant communities (r/shopify, Talk Shop Discord, r/ecommerce), 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dashboards are fine for quick snapshots, but it's mostly transactional data. I need the why behind the numbers and what to change on Monday.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77824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77824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r/shopify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3880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684776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I'm drowning in data but still making terrible decisions. I spend hours reconciling Shopify vs GA vs Ads and still don't know what to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84776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84776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Talk Shop Discord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0832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45424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491728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do my numbers never match across platforms? I just want someone to tell me the three highest-ROI moves this week.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1728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91728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r/ecommerce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9412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6968" y="548640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pattern:  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see the numbers but don't know what to change.” That sentence — repeated across communities — is the wedge.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GAP IS EXPENSIVE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“so what / now what” gap costs real money — every week.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464308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time lost weekly to data wrangling instead of growth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9282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478" y="2464308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23410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Missed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55314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plays: e.g. ~80% of buyers near your stores — never geo-fenced or pushed to local pickup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464308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55764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80 / 20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87668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20% of customers drive most revenue — but stay buried in spreadsheets, never over-served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63990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9186" y="246430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88118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Scaling?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320022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grows, but owners can't tell if they're scaling profit or just spend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66928" y="416052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41248" y="435254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4942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18488" y="4224528"/>
            <a:ext cx="972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 make it worse: </a:t>
            </a: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$3–10k/month for beautiful monthly reports full of “opportunities” that still leave you to figure out the exact moves. You don't need more reports — you need a co-pilot who tells you what to do next.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66928" y="534924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we deliver:  </a:t>
            </a:r>
            <a:r>
              <a:rPr lang="en-US" sz="14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“I think traffic's okay but conversion feels off”  →  “Here are the 3 highest-ROI moves I'm making this week, and why.”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6035040" cy="603504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Sense is a virtual ex-CEO / ex-CMO for your store.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ingests years of your real order and customer data, runs operator-level analysis, and delivers ranked, prescriptive moves — not another chart.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" y="3396996"/>
            <a:ext cx="393192" cy="393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7651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Sees what tools miss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1694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concentration, Pareto customer economics, cohort &amp; repeat-purchase drivers, cart-abandon signals, slow-moving inventory risk.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316" y="3396996"/>
            <a:ext cx="393192" cy="3931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64123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Thinks like an operator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48166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Connects marketing spend, customer quality and profit — the way someone who has run and fixed hundreds of stores would in a strategy session.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19872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394192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788" y="33969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40595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Prescribes the next move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424638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“Build this Klaviyo segment and launch this flow. Turn on these pickup rules. Test these ad angles.” — with impact ranges and easy-export paths.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66928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 </a:t>
            </a:r>
            <a:r>
              <a:rPr lang="en-US" sz="14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 sells a better rear-view mirror. Simple Sense is the co-pilot telling you where to turn next.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steps. Connect once, get moves forever.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78892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4368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Ingest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Shopify (Woo &amp; BigCommerce next). Pulls 3–5+ years of order, customer, product &amp; marketing data.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064" y="349300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71416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45736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78892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48856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/>
          <p:nvPr/>
        </p:nvSpPr>
        <p:spPr>
          <a:xfrm>
            <a:off x="4745736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4745736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Operator-grade AI engine runs cohort, geo, Pareto, retention &amp; inventory analysis across the full history.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493008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75904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650224" y="2578608"/>
            <a:ext cx="841248" cy="84124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278892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753344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/>
          <p:nvPr/>
        </p:nvSpPr>
        <p:spPr>
          <a:xfrm>
            <a:off x="8650224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8650224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actions with expected impact and one-click / easy-export paths into Klaviyo, Shopify Flow &amp; ad platforms.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66928" y="544068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841248" y="5605272"/>
            <a:ext cx="530352" cy="53035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5737860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72768" y="548640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compounds:  </a:t>
            </a: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more it watches your store, the sharper the moves — a monitoring layer that flags changes and surfaces the next play, every week.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WE'RE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decision layer on top of the data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perfected visibility into the past. The unsolved, valuable job is telling the operator what to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9536" y="2788920"/>
            <a:ext cx="731520" cy="731520"/>
          </a:xfrm>
          <a:prstGeom prst="ellipse">
            <a:avLst/>
          </a:prstGeom>
          <a:solidFill>
            <a:srgbClr val="837A6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971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64208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64208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rear-view mirror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Prettier charts &amp; unified revenue dashboards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attribution stitching across channels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what already happened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Leaves the “now what” to you — or a $3–10k/mo agency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3076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615684" y="278892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971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0356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420356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co-pilot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33972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moves — not charts to interpret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why, with the numbers behind each call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what to change next, with impact ranges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/ easy-export execution into your stack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COMPOUNDS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flywheel an incumbent won't build.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61288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24597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stores join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764792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Audit wedge lands operators fast.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65592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366760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459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70264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outcome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970264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rec tagged with the lift it drove.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65592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4105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Sharper prescriptions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970264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“Stores like yours saw Y from X.”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60120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161288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8448" y="41056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64792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revenue lift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764792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stay and refer — next turn.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60520" y="258318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697212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160520" y="422910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2491740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5568696" y="2880360"/>
            <a:ext cx="1051560" cy="1051560"/>
          </a:xfrm>
          <a:prstGeom prst="ellipse">
            <a:avLst/>
          </a:prstGeom>
          <a:solidFill>
            <a:srgbClr val="ECE7DC"/>
          </a:solidFill>
          <a:ln w="19050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5765292" y="3076956"/>
            <a:ext cx="658368" cy="65836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133" y="3221797"/>
            <a:ext cx="368686" cy="36868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66928" y="507492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841248" y="5285232"/>
            <a:ext cx="512064" cy="51206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143" y="5408127"/>
            <a:ext cx="266273" cy="26627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527048" y="5074920"/>
            <a:ext cx="9820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incumbent's trap: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has the install base — but not the outcome-prescription loop. Flipping their dashboard-and-agency model to build it would cannibalize roughly a third of revenue.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gap compounds in our favor, every turn.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non-obvious pattern — then the exact move.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9536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Geographic concentration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77824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24128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 of your customers come from within 5 miles of your physical locations.”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77824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Geo-fence Meta &amp; Google ads to a 5-mile radius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aggressive local pickup / BOPIS via Shopify Flow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budget from national spray to local high-intent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23076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15684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5603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20356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Pareto customer economics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633972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780276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top 20% of customers drive ~70% of revenue — and most were acquired one specific way.”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633972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33972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exact top-20% Klaviyo segment — auto-defined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VIP flow: early access, private sales, higher touch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down on the channel that produced them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87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curves just crossed.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70662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can reason like an operator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2024–2026 models can analyze structured commerce data and produce judgment-grade recommendations — not just summaries. The “prescription” layer is newly buildable.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112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data is finally accessible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7720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Shopify, Klaviyo, Meta &amp; Google APIs make it possible to unify a store's full history quickly and securely.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19872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94192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6216" y="270662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44584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Willingness to pay is proven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~$25–29B e-commerce analytics market, and incumbents valued in the hundreds of millions, show merchants already pay for “make sense of my data.”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88696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(dashboards) raised ~$52–55M at a reported ~$300M valuation, with 5,000+ paying brands tracking $14B+ in sales — Shopify Ventures participated. </a:t>
            </a: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proved the willingness to pay. We win the layer above: the decision.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$25B+ market, with a focused, ownable wedge.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12280" y="1280160"/>
            <a:ext cx="4846320" cy="4846320"/>
          </a:xfrm>
          <a:prstGeom prst="ellipse">
            <a:avLst/>
          </a:prstGeom>
          <a:solidFill>
            <a:srgbClr val="FFFD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43800" y="2011680"/>
            <a:ext cx="3383280" cy="3383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21040" y="2788920"/>
            <a:ext cx="1828800" cy="182880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753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$3.5–9M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6FF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(3–5 yr)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14884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22951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— Total market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2295144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~$25.7B (2025) → ~$28.6B (2026)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e-commerce analytics software; ~14–17% CAGR to ~$60–97B by 2030–2035.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3675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— We can serve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08960" y="367588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~$0.5–0.8B / yr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169664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~250–400k merchants at $1–15M GMV on Shopify / Woo / BigCommerce × ~$2k blended ACV ($99–299/mo).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10328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" y="50566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— 3–5 yr obtainable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08960" y="5056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~$3.5–9M ARR  (~0.5–1.5% of SAM)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555040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~1,600–4,000 stores over 3–5 years — consistent with the Base/Best scenarios.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9976" y="60899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&amp; SOM are bottoms-up estimates; see Appendix for derivation &amp; sources. Penetration stays in low single digits even at the 5-year target.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$1M–$15M operator who can't afford a CMO.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86968" y="2377440"/>
            <a:ext cx="868680" cy="8686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25946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38528" y="27066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Growth-stage DTC &amp; omnichannel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" y="33375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$1M–$15M annual revenue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(Woo / BigCommerce next)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Stack: GA4, Meta, Google, Klaviyo +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 team — no in-house analyst or CMO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3–5+ years of order &amp; customer history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053328" y="2103120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they buy Simple Sense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53328" y="2542032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26929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0568" y="25237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time-poor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30568" y="28163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Owner-operators wearing five hats. They need answers, not another tool to learn.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429000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357987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30568" y="341071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can't afford agencies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830568" y="37033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fractional CMO or $3–10k/mo agency is out of reach — but the questions are the same.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53328" y="4315968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4204" y="446684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30568" y="429768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flying blind on profit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830568" y="4590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feel something's off in conversion or spend, but can't see the pattern or the fix.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053328" y="5202936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4204" y="5353812"/>
            <a:ext cx="301752" cy="30175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30568" y="5184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want to execute, not admire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830568" y="5477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with expected impact beat a 30-page report every single Monday.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SaaS subscription. Built for operators who can't afford a CMO.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flat tiers — deliberately under Triple Whale (~$549–1,349+/mo at $1–2.5M GMV, and climbing) and Polar. A free audit is the front door.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9536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59536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One-time deep store audit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prescriptive moves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Shareable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3880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6488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6488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$99</a:t>
            </a:r>
            <a:r>
              <a:rPr lang="en-US" sz="1400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66488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Single-store operators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6488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— core engine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+ Pareto analysis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Klaviyo segment export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0832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04704" y="2862072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204704" y="2862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73440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3440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A98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$299</a:t>
            </a:r>
            <a:r>
              <a:rPr lang="en-US" sz="1400" dirty="0">
                <a:solidFill>
                  <a:srgbClr val="E8E1D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73440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Multi-location / scaling operators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73440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execution · full cohort/LTV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Multi-store, API, priority support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86968" y="557784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ARPU ~$150→$195/mo</a:t>
            </a: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75–82% gross margin   ·   LTV:CAC ~8–12:1   ·   2–3 month CAC payback   ·   land with a free “Simple Sense Audit,” expand to Pro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Land free. Grow through community. Scale through partners.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450592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3347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audit, the wedge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“Get your Simple Sense audit free.” The report is the hook; the subscription is the upgrade.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9282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8194" y="26334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5314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Shopify App Store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55314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distribution where merchants already are. A strong listing + reviews compound discovery.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31636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0548" y="26334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7668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Community-led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87668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genuinely useful where the pain is loud — r/shopify, Talk Shop Discord — plus weekly build-in-public on satya.me.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63990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2902" y="2633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0022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Agency + integration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20022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Co-market with Klaviyo &amp; Shopify Flow and agencies serving $1–15M stores. Paid only after 30–50 happy customers.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886968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(free audit)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Convert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(first prescriptions prove ROI)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Expand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(monitoring + execution)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Refer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(community + agency flywheel).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PROJECTIONS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scenarios, net of churn — Base is the plan.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 vs top-quartile Shopify-app benchmarks. Ranges, not false precision. At $99–$299 pricing, blended ARPU ~$150→$195/mo.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5096" cy="24688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1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2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3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837A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$40–60k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$170–240k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$0.5–0.75M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74FA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— the plan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$80–120k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$360–540k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$1.5–2.0M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$200–300k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$1.1–1.6M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$3.0–4.5M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" y="5029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straight: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is the planning number — steady App Store + community flywheel, churn improving to ~2.8%, break-even ~late Year 1; at flat $99–299 pricing Base needs only ~700–850 customers.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is upside, not the expectation.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722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scenarios; assumptions in Appendix. Not a forecast or guarantee of future results.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&amp; COST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Capital-efficient economics; break-even within reach early.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75–82%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76656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282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90722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8–12:1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09010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: CAC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23076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2–3 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41364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payback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3990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55430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~$4–5k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73718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est. LTV / customer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2989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Where early capital goes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4023360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16052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80160" y="3995928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280160" y="4279392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early line — a small full-stack team builds the engine + integrations.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773168"/>
            <a:ext cx="548640" cy="548640"/>
          </a:xfrm>
          <a:prstGeom prst="ellipse">
            <a:avLst/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910328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80160" y="4745736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280160" y="502920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content &amp; first paid tests.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55229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566013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495544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5779008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 &amp; SOC 2 path. Inference is the variable-cost swing factor — monitored closely.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323076" y="3611880"/>
            <a:ext cx="5298948" cy="2606040"/>
          </a:xfrm>
          <a:prstGeom prst="roundRect">
            <a:avLst>
              <a:gd name="adj" fmla="val 280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6615684" y="3794760"/>
            <a:ext cx="4750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615684" y="4206240"/>
            <a:ext cx="47320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1:  </a:t>
            </a: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+ land — a small team ships the engine and App Store launch; first paying customers via community.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Y1 / early Y2: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 (Base case) — App Store + community keep CAC low; a lean cost base is covered by recurring revenue.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2+: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compound — 75–82% margins on a growing recurring base fund Woo, BigCommerce &amp; deeper automation.</a:t>
            </a:r>
            <a:endParaRPr lang="en-US" sz="1180" dirty="0"/>
          </a:p>
        </p:txBody>
      </p:sp>
      <p:sp>
        <p:nvSpPr>
          <p:cNvPr id="32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Everyone optimizes the rear-view. We own the decision.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4023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Competitor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focus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gap vs Simple Sense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Triple Whale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profit, AI agents (Moby)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~$549–1,349+/mo (GMV-tiered)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Dashboard/attribution-heavy; AI is general agents, not specialized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Polar Analytics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unification, AI insights, warehouse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~$300–750+/mo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price, BI/warehouse-focused; reporting + insights, not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Littledata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tracking / data layer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~$199+/mo + per-order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Narrower, tracking-first; complementary, not a prescription platform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Northbeam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incrementality, MMM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Complex/expensive; geared to $40M+ brands; less accessible for $1–15M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Lifetimely / BeProfit / Saras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Profit tracking, P&amp;L, cohorts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$50–few hundred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Dashboards / narrow metrics; lack operator-level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Simple Sense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Prescriptive operator brain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$99–299/mo, flat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 ARE the decision layer — ranked moves + $ impact, flat price, never GMV-taxed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read:  </a:t>
            </a:r>
            <a:r>
              <a:rPr lang="en-US" sz="11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is strong at “what happened.” Incumbents are adding AI “recommendations” too — our defense is depth of prescription, outcome accountability, and the underserved $1–15M operator, not feature parity. (See Risks.)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HOW WE DE-RISK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We name the risks — and the mitigation for each.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add AI recommendations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435608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on prescription depth + outcome accountability; serve the $1–15M operator incumbents drift away from.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23076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42532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1756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SMB churn &amp; volatility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191756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value to demonstrated revenue lift; annual plans; embed in the weekly workflow.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86384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accuracy / trust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435608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grounded in the merchant's own numbers, with a transparent “why”; human-reviewable; conservative claims.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23076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42532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1756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privacy &amp; security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91756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 2 roadmap, least-privilege access, clear DPA, US data residency for sensitive PII.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86384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3708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dependency (Shopify)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435608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data + decision layer, not just an app; multi-platform roadmap (Woo, BigCommerce).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23076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6542532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0548" y="4370832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1756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execution risk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191756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bench, fractional senior hires, tight milestone gates tied to capital.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MILESTONES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MVP to multi-platform, in four moves.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788920"/>
            <a:ext cx="9262872" cy="0"/>
          </a:xfrm>
          <a:prstGeom prst="line">
            <a:avLst/>
          </a:prstGeom>
          <a:noFill/>
          <a:ln w="254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37744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25831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Q3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MVP &amp; design partners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ingest + first prescription set (geo, Pareto, cohorts). Hand-in-hand with early stores.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39184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24" y="25831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61944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 months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70504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 Store launch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79064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“Simple Sense Audit” lead magnet. First 150–250 paying customers. Agency pilot signed.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6808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48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49568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 months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358128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Monitoring &amp; execution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66688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Change-alerts + one-click hooks into Klaviyo, Flow &amp; ad platforms. ~1,000+ customers.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314432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0172" y="25831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3719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+18–24 months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445752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Multi-platform &amp; scale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4312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WooCommerce + BigCommerce. Deeper automation. Raise seed / Series A on proven metrics.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FOUNDER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by an operator who has actually run the stores.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72768" y="2514600"/>
            <a:ext cx="1554480" cy="15544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72768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251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Satya Sivunigunta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49808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25+ yrs digital commerce &amp; retail leadership  ·  building in public on satya.me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90288" y="2286000"/>
            <a:ext cx="7031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 résumé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7031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of SelectBlinds — a ~$200M+ online window-treatment retailer exited to PE.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&amp; omnichannel leadership at Microsoft, Nike, JCPenney, Conn's HomePlus, and Art Van.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operator experience across omnichannel, pricing, loyalty, supply chain, and retail transformation.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90288" y="4617720"/>
            <a:ext cx="7031736" cy="1234440"/>
          </a:xfrm>
          <a:prstGeom prst="roundRect">
            <a:avLst>
              <a:gd name="adj" fmla="val 5926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64608" y="4901184"/>
            <a:ext cx="621792" cy="62179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838" y="5050414"/>
            <a:ext cx="323332" cy="3233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41848" y="4617720"/>
            <a:ext cx="57972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matters:  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 only land if they carry real operator judgment. That credibility is the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wedge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it lowers CAC through authentic community presence and earns trust for deep data access. The durable, compounding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moat is the outcome-data flywheel.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669280" cy="5669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Raising a pre-seed round to build the engine and prove ROI.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86968" y="2560320"/>
            <a:ext cx="822960" cy="822960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7660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raise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" y="37307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$1.0M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86968" y="4663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 ·  ~18–24 mo runway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5047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&amp; valuation to be set with counsel.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07408" y="2286000"/>
            <a:ext cx="7214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of funds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407408" y="26974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40740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504688" y="2715768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504688" y="2990088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engine, Shopify integration, the free Audit; small full-stack team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07408" y="3465576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407408" y="3465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04688" y="3483864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504688" y="3758184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community, light paid tests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07408" y="4233672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07408" y="4233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04688" y="4251960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504688" y="4526280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inference, monitoring / SOC 2 path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407408" y="5001768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407408" y="50017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504688" y="5020056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G&amp;A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04688" y="5294376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/ entity, GDPR · CCPA, finance, founder runway + first hire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unlocks:  </a:t>
            </a: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on the Shopify App Store · 250–400 paying customers · agency channel signed · ROI case studies · ~$0.6–0.9M ARR exit run-rate.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822960"/>
            <a:ext cx="3840480" cy="384048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2955" y="738835"/>
            <a:ext cx="716890" cy="7168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544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87552" y="1527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Stop drowning in data.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Start executing high-confidence moves.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566928" y="4297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is the co-pilot every $1–15M store has been missing — operator judgment, at software price.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5285232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468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SimpleSense.co</a:t>
            </a:r>
            <a:r>
              <a:rPr lang="en-US" sz="13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·      Satya Sivunigunta, Founder      ·      Investor Overview, June 2026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— for discussion purposes only.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key assumptions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assumptions (illustrative)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52989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Pricing: $0 Audit / $99 Basic / $299 Pro per month (flat, not GMV-tiered); blended ARPU ~$150 → ~$195/mo (~$1,800 → ~$2,340/yr).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75–82% (hosting + LLM inference + data + CS); inference is the variable-cost swing factor.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churn ~4.0% (Y1) → 2.5–2.8% (Y2+) → ~25–30-month average lifespan; LTV ≈ $1,900–2,400.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~$250–350 early → $450–600 mature; LTV:CAC ~8–12:1; payback ~2–3 months.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SAM: ~250–400k merchants at $1–15M GMV on Shopify / Woo / BigCommerce × ~$1k ACV ≈ $0.25–0.4B serviceable.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 (net of churn): Base Y3 $1.5–2.0M (~700–850 cust.); Best Y3 $3.0–4.5M; Worst Y3 $0.5–0.75M.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$1.0M pre-seed (buffer $1.25–1.5M), post-money SAFE, ~$10M cap target — terms set with counsel.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23076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3076" y="2103120"/>
            <a:ext cx="52989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size: Coherent Market Insights (e-commerce analytics $25.72B in 2025, 17.7% CAGR); Business Research Insights ($25.01B 2025 → $28.64B 2026, 14.51% CAGR); Research &amp; Markets ($29.275B 2025).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scale: Demandsage (6.81M active stores, 2026); Storeleads (~74.5k Shopify Plus); Latori / Uptek (5.5–6.5M live stores; ~1.4% avg conversion).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validation: TechCrunch / The SaaS News / IoT M2M Council ($25M Series B, 5,000+ brands, $14B+ tracked sales, Shopify Ventures); Tracxn / CB Insights / GetLatka (~$52–55M raised, ~$300M valuation, ~$21.6M revenue).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323076" y="5440680"/>
            <a:ext cx="529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Figures are estimates from third-party research and public reporting; market-sizing methodologies vary. Projections are illustrative and not a forecast or guarantee. Verify before reliance.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3650</Words>
  <Application>Microsoft Macintosh PowerPoint</Application>
  <PresentationFormat>Widescreen</PresentationFormat>
  <Paragraphs>443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Instrument Serif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Sense — Investor Overview</dc:title>
  <dc:subject>PptxGenJS Presentation</dc:subject>
  <dc:creator>Simple Sense</dc:creator>
  <cp:lastModifiedBy>Carmen Sivunigunta</cp:lastModifiedBy>
  <cp:revision>12</cp:revision>
  <dcterms:created xsi:type="dcterms:W3CDTF">2026-06-28T02:38:09Z</dcterms:created>
  <dcterms:modified xsi:type="dcterms:W3CDTF">2026-06-28T04:17:54Z</dcterms:modified>
</cp:coreProperties>
</file>